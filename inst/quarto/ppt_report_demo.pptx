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wmf" ContentType="image/x-wmf"/>
  <Default Extension="jpeg" ContentType="image/jpe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737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032"/>
    <p:restoredTop autoAdjust="0" sz="87162"/>
  </p:normalViewPr>
  <p:slideViewPr>
    <p:cSldViewPr snapToGrid="0">
      <p:cViewPr varScale="1">
        <p:scale>
          <a:sx d="100" n="88"/>
          <a:sy d="100" n="88"/>
        </p:scale>
        <p:origin x="77" y="931"/>
      </p:cViewPr>
      <p:guideLst/>
    </p:cSldViewPr>
  </p:slideViewPr>
  <p:notesTextViewPr>
    <p:cViewPr>
      <p:scale>
        <a:sx d="2" n="3"/>
        <a:sy d="2" n="3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notesViewPr>
    <p:cSldViewPr snapToGrid="0">
      <p:cViewPr varScale="1">
        <p:scale>
          <a:sx d="100" n="118"/>
          <a:sy d="100" n="118"/>
        </p:scale>
        <p:origin x="7644" y="96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18" Type="http://schemas.openxmlformats.org/officeDocument/2006/relationships/slide" Target="slides/slide14.xml" /><Relationship Id="rId19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4" Type="http://schemas.openxmlformats.org/officeDocument/2006/relationships/slideMaster" Target="slideMasters/slide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84D78-5243-4D95-A46D-1A2BEC34DE8C}" type="datetimeFigureOut">
              <a:rPr lang="de-CH" smtClean="0"/>
              <a:t>05.06.2026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E0B76F-E45E-4CE6-9D87-D43A3455C4E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52016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 go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E0B76F-E45E-4CE6-9D87-D43A3455C4EC}" type="slidenum">
              <a:rPr lang="en-US"/>
              <a:t>10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798" y="0"/>
            <a:ext cx="5143500" cy="5143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25" y="447825"/>
            <a:ext cx="2656141" cy="794008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ctrTitle" hasCustomPrompt="1"/>
          </p:nvPr>
        </p:nvSpPr>
        <p:spPr>
          <a:xfrm>
            <a:off x="468936" y="2078032"/>
            <a:ext cx="8243264" cy="493718"/>
          </a:xfrm>
        </p:spPr>
        <p:txBody>
          <a:bodyPr lIns="0" tIns="0" rIns="0" bIns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a title</a:t>
            </a:r>
            <a:endParaRPr lang="de-CH"/>
          </a:p>
        </p:txBody>
      </p:sp>
      <p:sp>
        <p:nvSpPr>
          <p:cNvPr id="16" name="Text Placeholder 15"/>
          <p:cNvSpPr>
            <a:spLocks noGrp="1"/>
          </p:cNvSpPr>
          <p:nvPr>
            <p:ph type="subTitle" sz="quarter" idx="10" hasCustomPrompt="1"/>
          </p:nvPr>
        </p:nvSpPr>
        <p:spPr>
          <a:xfrm>
            <a:off x="468937" y="3126966"/>
            <a:ext cx="8243264" cy="406400"/>
          </a:xfrm>
        </p:spPr>
        <p:txBody>
          <a:bodyPr lIns="0" tIns="0" rIns="0" bIns="0" anchor="ctr" anchorCtr="0">
            <a:noAutofit/>
          </a:bodyPr>
          <a:lstStyle>
            <a:lvl1pPr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a subtitle</a:t>
            </a:r>
            <a:endParaRPr lang="de-CH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468936" y="4073062"/>
            <a:ext cx="4428711" cy="302512"/>
          </a:xfrm>
        </p:spPr>
        <p:txBody>
          <a:bodyPr lIns="0" tIns="0" rIns="0" bIns="0"/>
          <a:lstStyle>
            <a:lvl1pPr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4925" y="447825"/>
            <a:ext cx="2656141" cy="794008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68313" y="4470400"/>
            <a:ext cx="4429125" cy="3032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6458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/>
          <p:cNvSpPr>
            <a:spLocks noGrp="1"/>
          </p:cNvSpPr>
          <p:nvPr>
            <p:ph type="title" hasCustomPrompt="1"/>
          </p:nvPr>
        </p:nvSpPr>
        <p:spPr>
          <a:xfrm>
            <a:off x="473579" y="752519"/>
            <a:ext cx="5423310" cy="1209020"/>
          </a:xfrm>
        </p:spPr>
        <p:txBody>
          <a:bodyPr lIns="0" tIns="0" rIns="0" bIns="0"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 section title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3311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73578" y="709830"/>
            <a:ext cx="8238622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sz="quarter" idx="1" hasCustomPrompt="1"/>
          </p:nvPr>
        </p:nvSpPr>
        <p:spPr>
          <a:xfrm>
            <a:off x="473578" y="1081261"/>
            <a:ext cx="8238622" cy="325420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07343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6" name="Text Placeholder 5"/>
          <p:cNvSpPr>
            <a:spLocks noGrp="1"/>
          </p:cNvSpPr>
          <p:nvPr>
            <p:ph sz="quarter" idx="1"/>
          </p:nvPr>
        </p:nvSpPr>
        <p:spPr>
          <a:xfrm>
            <a:off x="473444" y="915989"/>
            <a:ext cx="3954094" cy="3413252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sz="quarter" idx="2"/>
          </p:nvPr>
        </p:nvSpPr>
        <p:spPr>
          <a:xfrm>
            <a:off x="4716464" y="915988"/>
            <a:ext cx="3995738" cy="34132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1473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 userDrawn="1">
          <p15:clr>
            <a:srgbClr val="FBAE40"/>
          </p15:clr>
        </p15:guide>
        <p15:guide id="4" pos="297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3444" y="273844"/>
            <a:ext cx="8238756" cy="4937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Picture Placeholder 5"/>
          <p:cNvSpPr>
            <a:spLocks noGrp="1"/>
          </p:cNvSpPr>
          <p:nvPr>
            <p:ph sz="quarter" idx="1"/>
          </p:nvPr>
        </p:nvSpPr>
        <p:spPr>
          <a:xfrm>
            <a:off x="1" y="922689"/>
            <a:ext cx="6593764" cy="3412774"/>
          </a:xfrm>
          <a:prstGeom prst="roundRect">
            <a:avLst>
              <a:gd name="adj" fmla="val 0"/>
            </a:avLst>
          </a:prstGeom>
          <a:effectLst>
            <a:softEdge rad="0"/>
          </a:effectLst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" hasCustomPrompt="1"/>
          </p:nvPr>
        </p:nvSpPr>
        <p:spPr>
          <a:xfrm>
            <a:off x="6732588" y="922689"/>
            <a:ext cx="1979612" cy="34127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73814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922689"/>
            <a:ext cx="9143999" cy="3414642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e-CH" sz="90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65867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" hasCustomPrompt="1"/>
          </p:nvPr>
        </p:nvSpPr>
        <p:spPr>
          <a:xfrm>
            <a:off x="497721" y="4220810"/>
            <a:ext cx="3929817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1" name="Picture Placeholder 5"/>
          <p:cNvSpPr>
            <a:spLocks noGrp="1"/>
          </p:cNvSpPr>
          <p:nvPr>
            <p:ph sz="quarter" idx="2"/>
          </p:nvPr>
        </p:nvSpPr>
        <p:spPr>
          <a:xfrm>
            <a:off x="0" y="922688"/>
            <a:ext cx="4427539" cy="3155697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 hasCustomPrompt="1"/>
          </p:nvPr>
        </p:nvSpPr>
        <p:spPr>
          <a:xfrm>
            <a:off x="4716463" y="4220810"/>
            <a:ext cx="3972527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sz="quarter" idx="4"/>
          </p:nvPr>
        </p:nvSpPr>
        <p:spPr>
          <a:xfrm>
            <a:off x="4716463" y="922338"/>
            <a:ext cx="4427538" cy="31559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8974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 userDrawn="1">
          <p15:clr>
            <a:srgbClr val="FBAE40"/>
          </p15:clr>
        </p15:guide>
        <p15:guide id="4" pos="297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900" dirty="0"/>
          </a:p>
        </p:txBody>
      </p:sp>
      <p:sp>
        <p:nvSpPr>
          <p:cNvPr id="5" name="Rectangle: Rounded Corners 3"/>
          <p:cNvSpPr/>
          <p:nvPr userDrawn="1"/>
        </p:nvSpPr>
        <p:spPr>
          <a:xfrm>
            <a:off x="485775" y="915988"/>
            <a:ext cx="2571750" cy="3370262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 dirty="0"/>
          </a:p>
        </p:txBody>
      </p:sp>
      <p:sp>
        <p:nvSpPr>
          <p:cNvPr id="6" name="Rectangle: Rounded Corners 4"/>
          <p:cNvSpPr/>
          <p:nvPr userDrawn="1"/>
        </p:nvSpPr>
        <p:spPr>
          <a:xfrm>
            <a:off x="473444" y="915988"/>
            <a:ext cx="69481" cy="3370262"/>
          </a:xfrm>
          <a:prstGeom prst="rect">
            <a:avLst/>
          </a:prstGeom>
          <a:solidFill>
            <a:srgbClr val="432BA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 dirty="0"/>
          </a:p>
        </p:txBody>
      </p:sp>
      <p:sp>
        <p:nvSpPr>
          <p:cNvPr id="7" name="Rectangle: Rounded Corners 7"/>
          <p:cNvSpPr/>
          <p:nvPr userDrawn="1"/>
        </p:nvSpPr>
        <p:spPr>
          <a:xfrm>
            <a:off x="3228975" y="915988"/>
            <a:ext cx="2571750" cy="3370262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8" name="Rectangle: Rounded Corners 8"/>
          <p:cNvSpPr/>
          <p:nvPr userDrawn="1"/>
        </p:nvSpPr>
        <p:spPr>
          <a:xfrm>
            <a:off x="3227387" y="915988"/>
            <a:ext cx="58738" cy="3370262"/>
          </a:xfrm>
          <a:prstGeom prst="rect">
            <a:avLst/>
          </a:prstGeom>
          <a:solidFill>
            <a:srgbClr val="998C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9" name="Rectangle: Rounded Corners 11"/>
          <p:cNvSpPr/>
          <p:nvPr userDrawn="1"/>
        </p:nvSpPr>
        <p:spPr>
          <a:xfrm>
            <a:off x="5972175" y="915988"/>
            <a:ext cx="2571750" cy="3370262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10" name="Rectangle: Rounded Corners 12"/>
          <p:cNvSpPr/>
          <p:nvPr userDrawn="1"/>
        </p:nvSpPr>
        <p:spPr>
          <a:xfrm>
            <a:off x="5972175" y="915988"/>
            <a:ext cx="57150" cy="3370262"/>
          </a:xfrm>
          <a:prstGeom prst="rect">
            <a:avLst/>
          </a:prstGeom>
          <a:solidFill>
            <a:srgbClr val="DDE2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/>
          </p:nvPr>
        </p:nvSpPr>
        <p:spPr>
          <a:xfrm>
            <a:off x="671513" y="1035083"/>
            <a:ext cx="2273300" cy="3135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3378200" y="1035084"/>
            <a:ext cx="2273300" cy="3135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199187" y="1035084"/>
            <a:ext cx="2273300" cy="3135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8859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851355" y="-347980"/>
            <a:ext cx="3441290" cy="3695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2851355" y="-347980"/>
            <a:ext cx="3441290" cy="3695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15739" y="4593204"/>
            <a:ext cx="1439843" cy="43041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381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D82AC-84FB-5119-FFF7-19F63FC22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B05BCE-2F82-82ED-0CDF-B5888A6454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05B1E6-2564-960F-BB85-EDD202453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2088173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B1AD-15DF-9E57-A761-A76401648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D22337-5E91-0C3A-B650-171ABDB4C9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7B1BA-6739-8197-D4FC-5919F672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8445790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media/image1.wmf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73444" y="934423"/>
            <a:ext cx="8238756" cy="3386724"/>
          </a:xfrm>
          <a:prstGeom prst="rect">
            <a:avLst/>
          </a:prstGeom>
        </p:spPr>
        <p:txBody>
          <a:bodyPr bIns="0" lIns="0" rIns="0" rtlCol="0" tIns="0" vert="horz">
            <a:no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484316" y="4658190"/>
            <a:ext cx="187268" cy="273844"/>
          </a:xfrm>
          <a:prstGeom prst="rect">
            <a:avLst/>
          </a:prstGeom>
        </p:spPr>
        <p:txBody>
          <a:bodyPr anchor="ctr" anchorCtr="1" bIns="0" lIns="0" rIns="0" rtlCol="0" tIns="0" vert="horz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10" name="Footer Placeholder 9"/>
          <p:cNvSpPr>
            <a:spLocks noGrp="1"/>
          </p:cNvSpPr>
          <p:nvPr>
            <p:ph idx="3" sz="quarter" type="ftr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 anchor="ctr" bIns="0" lIns="0" rIns="0" rtlCol="0" tIns="0" vert="horz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dirty="0" lang="de-CH" sz="90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425843" y="4496579"/>
            <a:ext cx="1439843" cy="43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03467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738" r:id="rId1"/>
    <p:sldLayoutId id="2147483740" r:id="rId2"/>
    <p:sldLayoutId id="2147483742" r:id="rId3"/>
    <p:sldLayoutId id="2147483751" r:id="rId4"/>
    <p:sldLayoutId id="2147483744" r:id="rId5"/>
    <p:sldLayoutId id="2147483745" r:id="rId6"/>
    <p:sldLayoutId id="2147483746" r:id="rId7"/>
    <p:sldLayoutId id="2147483761" r:id="rId8"/>
    <p:sldLayoutId id="2147483752" r:id="rId9"/>
    <p:sldLayoutId id="2147483762" r:id="rId10"/>
    <p:sldLayoutId id="2147483763" r:id="rId11"/>
  </p:sldLayoutIdLst>
  <p:hf dt="0" hdr="0"/>
  <p:txStyles>
    <p:titleStyle>
      <a:lvl1pPr algn="l" defTabSz="685800" eaLnBrk="1" hangingPunct="1" latinLnBrk="0" rtl="0">
        <a:lnSpc>
          <a:spcPct val="90000"/>
        </a:lnSpc>
        <a:spcBef>
          <a:spcPct val="0"/>
        </a:spcBef>
        <a:buNone/>
        <a:defRPr b="1" kern="1200" sz="280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algn="l" defTabSz="685800" eaLnBrk="1" hangingPunct="1" indent="-171450" latinLnBrk="0" marL="171450" rtl="0">
        <a:lnSpc>
          <a:spcPct val="114000"/>
        </a:lnSpc>
        <a:spcBef>
          <a:spcPts val="750"/>
        </a:spcBef>
        <a:spcAft>
          <a:spcPts val="400"/>
        </a:spcAft>
        <a:buClr>
          <a:schemeClr val="accent5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685800" eaLnBrk="1" hangingPunct="1" indent="-171450" latinLnBrk="0" marL="514350" rtl="0">
        <a:lnSpc>
          <a:spcPct val="114000"/>
        </a:lnSpc>
        <a:spcBef>
          <a:spcPts val="375"/>
        </a:spcBef>
        <a:spcAft>
          <a:spcPts val="400"/>
        </a:spcAft>
        <a:buClr>
          <a:schemeClr val="accent5"/>
        </a:buClr>
        <a:buFont charset="0" panose="02070309020205020404" pitchFamily="49" typeface="Courier New"/>
        <a:buChar char="o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685800" eaLnBrk="1" hangingPunct="1" indent="-171450" latinLnBrk="0" marL="857250" rtl="0">
        <a:lnSpc>
          <a:spcPct val="114000"/>
        </a:lnSpc>
        <a:spcBef>
          <a:spcPts val="375"/>
        </a:spcBef>
        <a:spcAft>
          <a:spcPts val="400"/>
        </a:spcAft>
        <a:buClr>
          <a:schemeClr val="accent5"/>
        </a:buClr>
        <a:buFont charset="2" panose="05050102010706020507" pitchFamily="18" typeface="Symbol"/>
        <a:buChar char="-"/>
        <a:defRPr kern="1200" sz="1400">
          <a:solidFill>
            <a:schemeClr val="tx1"/>
          </a:solidFill>
          <a:latin typeface="+mn-lt"/>
          <a:ea typeface="+mn-ea"/>
          <a:cs typeface="+mn-cs"/>
        </a:defRPr>
      </a:lvl3pPr>
      <a:lvl4pPr algn="l" defTabSz="685800" eaLnBrk="1" hangingPunct="1" indent="-171450" latinLnBrk="0" marL="1200150" rtl="0">
        <a:lnSpc>
          <a:spcPct val="114000"/>
        </a:lnSpc>
        <a:spcBef>
          <a:spcPts val="375"/>
        </a:spcBef>
        <a:spcAft>
          <a:spcPts val="400"/>
        </a:spcAft>
        <a:buClr>
          <a:schemeClr val="accent5"/>
        </a:buClr>
        <a:buFont charset="2" panose="05000000000000000000" pitchFamily="2" typeface="Wingdings"/>
        <a:buChar char="§"/>
        <a:defRPr kern="1200" sz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685800" eaLnBrk="1" hangingPunct="1" indent="-171450" latinLnBrk="0" marL="15430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685800" eaLnBrk="1" hangingPunct="1" indent="-171450" latinLnBrk="0" marL="18859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indent="-171450" latinLnBrk="0" marL="22288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indent="-171450" latinLnBrk="0" marL="25717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indent="-171450" latinLnBrk="0" marL="29146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6858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6858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6858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6858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6858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6858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577" userDrawn="1">
          <p15:clr>
            <a:srgbClr val="F26B43"/>
          </p15:clr>
        </p15:guide>
        <p15:guide id="8" pos="295" userDrawn="1">
          <p15:clr>
            <a:srgbClr val="F26B43"/>
          </p15:clr>
        </p15:guide>
        <p15:guide id="9" pos="2857" userDrawn="1">
          <p15:clr>
            <a:srgbClr val="F26B43"/>
          </p15:clr>
        </p15:guide>
        <p15:guide id="10" pos="5488" userDrawn="1">
          <p15:clr>
            <a:srgbClr val="F26B43"/>
          </p15:clr>
        </p15:guide>
        <p15:guide id="11" orient="horz" pos="1620" userDrawn="1">
          <p15:clr>
            <a:srgbClr val="F26B43"/>
          </p15:clr>
        </p15:guide>
        <p15:guide id="12" orient="horz" pos="3049" userDrawn="1">
          <p15:clr>
            <a:srgbClr val="F26B43"/>
          </p15:clr>
        </p15:guide>
        <p15:guide id="13" orient="horz" pos="2731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hyperlink" Target="https://quarto.org/docs/presentations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jp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1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10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hasCustomPrompt="1" type="ctrTitle"/>
          </p:nvPr>
        </p:nvSpPr>
        <p:spPr>
          <a:xfrm>
            <a:off x="468936" y="2078032"/>
            <a:ext cx="8243264" cy="49371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Swiss TPH Powerpoint presentation example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hasCustomPrompt="1" idx="10" sz="quarter" type="subTitle"/>
          </p:nvPr>
        </p:nvSpPr>
        <p:spPr>
          <a:xfrm>
            <a:off x="468937" y="3126966"/>
            <a:ext cx="8243264" cy="40640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Research IT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/>
          <p:cNvSpPr>
            <a:spLocks noGrp="1"/>
          </p:cNvSpPr>
          <p:nvPr>
            <p:ph hasCustomPrompt="1" type="title"/>
          </p:nvPr>
        </p:nvSpPr>
        <p:spPr>
          <a:xfrm>
            <a:off x="473579" y="752519"/>
            <a:ext cx="5423310" cy="12090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Quarto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hasCustomPrompt="1" idx="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enables you to weave together content and executable code into a finished presentation. To learn more about Quarto presentations see </a:t>
            </a:r>
            <a:r>
              <a:rPr>
                <a:hlinkClick r:id="rId2"/>
              </a:rPr>
              <a:t>https://quarto.org/docs/presentations/</a:t>
            </a:r>
            <a:r>
              <a:rPr/>
              <a:t>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4" sz="quarter" type="ftr"/>
          </p:nvPr>
        </p:nvSpPr>
        <p:spPr/>
        <p:txBody>
          <a:bodyPr/>
          <a:lstStyle/>
          <a:p>
            <a:endParaRPr dirty="0" lang="de-CH" sz="900"/>
          </a:p>
        </p:txBody>
      </p:sp>
      <p:sp>
        <p:nvSpPr>
          <p:cNvPr id="4" name="Slide Number Placeholder 3"/>
          <p:cNvSpPr>
            <a:spLocks noGrp="1"/>
          </p:cNvSpPr>
          <p:nvPr>
            <p:ph idx="15" sz="quarter" type="sldNum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Bullets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hasCustomPrompt="1" idx="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Render</a:t>
            </a:r>
            <a:r>
              <a:rPr/>
              <a:t> button a document will be generated that includes:</a:t>
            </a:r>
          </a:p>
          <a:p>
            <a:pPr lvl="0"/>
            <a:r>
              <a:rPr/>
              <a:t>Content authored with markdown</a:t>
            </a:r>
          </a:p>
          <a:p>
            <a:pPr lvl="0"/>
            <a:r>
              <a:rPr/>
              <a:t>Output from executable code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4" sz="quarter" type="ftr"/>
          </p:nvPr>
        </p:nvSpPr>
        <p:spPr/>
        <p:txBody>
          <a:bodyPr/>
          <a:lstStyle/>
          <a:p>
            <a:endParaRPr dirty="0" lang="de-CH" sz="900"/>
          </a:p>
        </p:txBody>
      </p:sp>
      <p:sp>
        <p:nvSpPr>
          <p:cNvPr id="4" name="Slide Number Placeholder 3"/>
          <p:cNvSpPr>
            <a:spLocks noGrp="1"/>
          </p:cNvSpPr>
          <p:nvPr>
            <p:ph idx="15" sz="quarter" type="sldNum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/>
          <p:cNvSpPr>
            <a:spLocks noGrp="1"/>
          </p:cNvSpPr>
          <p:nvPr>
            <p:ph hasCustomPrompt="1" type="title"/>
          </p:nvPr>
        </p:nvSpPr>
        <p:spPr>
          <a:xfrm>
            <a:off x="473579" y="752519"/>
            <a:ext cx="5423310" cy="12090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Classic Layout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9900" y="1079500"/>
          <a:ext cx="8229600" cy="32512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Agenda item #1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Agenda item #2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Agenda item #3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Agenda item #4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Agenda item #5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Agenda item #6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idx="14" sz="quarter" type="ftr"/>
          </p:nvPr>
        </p:nvSpPr>
        <p:spPr/>
        <p:txBody>
          <a:bodyPr/>
          <a:lstStyle/>
          <a:p>
            <a:endParaRPr dirty="0" lang="de-CH" sz="900"/>
          </a:p>
        </p:txBody>
      </p:sp>
      <p:sp>
        <p:nvSpPr>
          <p:cNvPr id="4" name="Slide Number Placeholder 3"/>
          <p:cNvSpPr>
            <a:spLocks noGrp="1"/>
          </p:cNvSpPr>
          <p:nvPr>
            <p:ph idx="15" sz="quarter" type="sldNum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and Text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hasCustomPrompt="1" idx="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and subtitle should only be one line each.</a:t>
            </a:r>
          </a:p>
          <a:p>
            <a:pPr lvl="0" indent="0" marL="0">
              <a:buNone/>
            </a:pPr>
            <a:r>
              <a:rPr/>
              <a:t>Insert here to highlight the first point you would like to address.</a:t>
            </a:r>
          </a:p>
          <a:p>
            <a:pPr lvl="0" indent="0" marL="0">
              <a:buNone/>
            </a:pPr>
            <a:r>
              <a:rPr/>
              <a:t>Short and sweet is more effective.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4" sz="quarter" type="ftr"/>
          </p:nvPr>
        </p:nvSpPr>
        <p:spPr/>
        <p:txBody>
          <a:bodyPr/>
          <a:lstStyle/>
          <a:p>
            <a:endParaRPr dirty="0" lang="de-CH" sz="900"/>
          </a:p>
        </p:txBody>
      </p:sp>
      <p:sp>
        <p:nvSpPr>
          <p:cNvPr id="4" name="Slide Number Placeholder 3"/>
          <p:cNvSpPr>
            <a:spLocks noGrp="1"/>
          </p:cNvSpPr>
          <p:nvPr>
            <p:ph idx="15" sz="quarter" type="sldNum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Contents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Put your content here. Put your content here. Put your content here.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idx="2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Put your content here. Put your content here. Put your content here.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idx="14" sz="quarter" type="ftr"/>
          </p:nvPr>
        </p:nvSpPr>
        <p:spPr/>
        <p:txBody>
          <a:bodyPr/>
          <a:lstStyle/>
          <a:p>
            <a:endParaRPr dirty="0" lang="de-CH" sz="900"/>
          </a:p>
        </p:txBody>
      </p:sp>
      <p:sp>
        <p:nvSpPr>
          <p:cNvPr id="5" name="Slide Number Placeholder 4"/>
          <p:cNvSpPr>
            <a:spLocks noGrp="1"/>
          </p:cNvSpPr>
          <p:nvPr>
            <p:ph idx="15" sz="quarter" type="sldNum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Text with Image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 sz="quarter"/>
          </p:nvPr>
        </p:nvSpPr>
        <p:spPr/>
        <p:txBody>
          <a:bodyPr/>
          <a:lstStyle/>
          <a:p>
            <a:pPr lvl="0"/>
            <a:r>
              <a:rPr/>
              <a:t>Insert text here to go along with your photo selection on the right.</a:t>
            </a:r>
          </a:p>
          <a:p>
            <a:pPr lvl="0"/>
            <a:r>
              <a:rPr/>
              <a:t>Try to keep bullet point content concise, clear, and relating to the subject of the photo.</a:t>
            </a:r>
          </a:p>
        </p:txBody>
      </p:sp>
      <p:pic>
        <p:nvPicPr>
          <p:cNvPr descr="./images/pptx_example_image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37100" y="914400"/>
            <a:ext cx="3937000" cy="289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711700" y="3810000"/>
            <a:ext cx="39878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idx="14" sz="quarter" type="ftr"/>
          </p:nvPr>
        </p:nvSpPr>
        <p:spPr/>
        <p:txBody>
          <a:bodyPr/>
          <a:lstStyle/>
          <a:p>
            <a:endParaRPr dirty="0" lang="de-CH" sz="900"/>
          </a:p>
        </p:txBody>
      </p:sp>
      <p:sp>
        <p:nvSpPr>
          <p:cNvPr id="5" name="Slide Number Placeholder 4"/>
          <p:cNvSpPr>
            <a:spLocks noGrp="1"/>
          </p:cNvSpPr>
          <p:nvPr>
            <p:ph idx="15" sz="quarter" type="sldNum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with Speaker Notes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hasCustomPrompt="1" idx="1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Put your content here. Put your content here.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4" sz="quarter" type="ftr"/>
          </p:nvPr>
        </p:nvSpPr>
        <p:spPr/>
        <p:txBody>
          <a:bodyPr/>
          <a:lstStyle/>
          <a:p>
            <a:endParaRPr dirty="0" lang="de-CH" sz="900"/>
          </a:p>
        </p:txBody>
      </p:sp>
      <p:sp>
        <p:nvSpPr>
          <p:cNvPr id="4" name="Slide Number Placeholder 3"/>
          <p:cNvSpPr>
            <a:spLocks noGrp="1"/>
          </p:cNvSpPr>
          <p:nvPr>
            <p:ph idx="15" sz="quarter" type="sldNum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/>
          <p:cNvSpPr>
            <a:spLocks noGrp="1"/>
          </p:cNvSpPr>
          <p:nvPr>
            <p:ph hasCustomPrompt="1" type="title"/>
          </p:nvPr>
        </p:nvSpPr>
        <p:spPr>
          <a:xfrm>
            <a:off x="473579" y="752519"/>
            <a:ext cx="5423310" cy="12090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Graphics generated by 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Colors</a:t>
            </a:r>
          </a:p>
        </p:txBody>
      </p:sp>
      <p:pic>
        <p:nvPicPr>
          <p:cNvPr descr="ppt_report_demo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33500" y="1079500"/>
            <a:ext cx="6502400" cy="325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idx="14" sz="quarter" type="ftr"/>
          </p:nvPr>
        </p:nvSpPr>
        <p:spPr/>
        <p:txBody>
          <a:bodyPr/>
          <a:lstStyle/>
          <a:p>
            <a:endParaRPr dirty="0" lang="de-CH" sz="900"/>
          </a:p>
        </p:txBody>
      </p:sp>
      <p:sp>
        <p:nvSpPr>
          <p:cNvPr id="4" name="Slide Number Placeholder 3"/>
          <p:cNvSpPr>
            <a:spLocks noGrp="1"/>
          </p:cNvSpPr>
          <p:nvPr>
            <p:ph idx="15" sz="quarter" type="sldNum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Boxplot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hasCustomPrompt="1" idx="2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iris dataset was used for this demo.</a:t>
            </a:r>
          </a:p>
        </p:txBody>
      </p:sp>
      <p:pic>
        <p:nvPicPr>
          <p:cNvPr descr="ppt_report_demo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965200"/>
            <a:ext cx="65913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idx="14" sz="quarter" type="ftr"/>
          </p:nvPr>
        </p:nvSpPr>
        <p:spPr/>
        <p:txBody>
          <a:bodyPr/>
          <a:lstStyle/>
          <a:p>
            <a:endParaRPr dirty="0" lang="de-CH" sz="900"/>
          </a:p>
        </p:txBody>
      </p:sp>
      <p:sp>
        <p:nvSpPr>
          <p:cNvPr id="5" name="Slide Number Placeholder 4"/>
          <p:cNvSpPr>
            <a:spLocks noGrp="1"/>
          </p:cNvSpPr>
          <p:nvPr>
            <p:ph idx="15" sz="quarter" type="sldNum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Bar chart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hasCustomPrompt="1" idx="2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iris dataset was used for this demo.</a:t>
            </a:r>
          </a:p>
        </p:txBody>
      </p:sp>
      <p:pic>
        <p:nvPicPr>
          <p:cNvPr descr="ppt_report_demo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965200"/>
            <a:ext cx="65913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idx="14" sz="quarter" type="ftr"/>
          </p:nvPr>
        </p:nvSpPr>
        <p:spPr/>
        <p:txBody>
          <a:bodyPr/>
          <a:lstStyle/>
          <a:p>
            <a:endParaRPr dirty="0" lang="de-CH" sz="900"/>
          </a:p>
        </p:txBody>
      </p:sp>
      <p:sp>
        <p:nvSpPr>
          <p:cNvPr id="5" name="Slide Number Placeholder 4"/>
          <p:cNvSpPr>
            <a:spLocks noGrp="1"/>
          </p:cNvSpPr>
          <p:nvPr>
            <p:ph idx="15" sz="quarter" type="sldNum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Pie chart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hasCustomPrompt="1" idx="2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iris dataset was used for this demo.</a:t>
            </a:r>
          </a:p>
        </p:txBody>
      </p:sp>
      <p:pic>
        <p:nvPicPr>
          <p:cNvPr descr="ppt_report_demo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965200"/>
            <a:ext cx="65913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idx="14" sz="quarter" type="ftr"/>
          </p:nvPr>
        </p:nvSpPr>
        <p:spPr/>
        <p:txBody>
          <a:bodyPr/>
          <a:lstStyle/>
          <a:p>
            <a:endParaRPr dirty="0" lang="de-CH" sz="900"/>
          </a:p>
        </p:txBody>
      </p:sp>
      <p:sp>
        <p:nvSpPr>
          <p:cNvPr id="5" name="Slide Number Placeholder 4"/>
          <p:cNvSpPr>
            <a:spLocks noGrp="1"/>
          </p:cNvSpPr>
          <p:nvPr>
            <p:ph idx="15" sz="quarter" type="sldNum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</p:cSld>
</p:sld>
</file>

<file path=ppt/theme/theme1.xml><?xml version="1.0" encoding="utf-8"?>
<a:theme xmlns:a="http://schemas.openxmlformats.org/drawingml/2006/main" name="SwissTPH2026">
  <a:themeElements>
    <a:clrScheme name="Swiss TPH 2026">
      <a:dk1>
        <a:srgbClr val="000000"/>
      </a:dk1>
      <a:lt1>
        <a:srgbClr val="FFFFFF"/>
      </a:lt1>
      <a:dk2>
        <a:srgbClr val="432CA1"/>
      </a:dk2>
      <a:lt2>
        <a:srgbClr val="D3D2FE"/>
      </a:lt2>
      <a:accent1>
        <a:srgbClr val="432CA1"/>
      </a:accent1>
      <a:accent2>
        <a:srgbClr val="D3D2FE"/>
      </a:accent2>
      <a:accent3>
        <a:srgbClr val="DDE24A"/>
      </a:accent3>
      <a:accent4>
        <a:srgbClr val="EA6674"/>
      </a:accent4>
      <a:accent5>
        <a:srgbClr val="998CFE"/>
      </a:accent5>
      <a:accent6>
        <a:srgbClr val="3A0176"/>
      </a:accent6>
      <a:hlink>
        <a:srgbClr val="0000AA"/>
      </a:hlink>
      <a:folHlink>
        <a:srgbClr val="658BE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EC4A7492-4665-4B82-A424-943780401254}" vid="{82A68BA0-FD82-438C-8C0A-A68EEC6C86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SwissTPH_PowerPoint_Template16x9_2026</Template>
  <TotalTime>0</TotalTime>
  <Words>107</Words>
  <Application>Microsoft Office PowerPoint</Application>
  <PresentationFormat>On-screen Show (16:9)</PresentationFormat>
  <Paragraphs>47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Courier New</vt:lpstr>
      <vt:lpstr>Symbol</vt:lpstr>
      <vt:lpstr>Wingdings</vt:lpstr>
      <vt:lpstr>SwissTPH2026</vt:lpstr>
      <vt:lpstr>Title of presentation</vt:lpstr>
      <vt:lpstr>Section title</vt:lpstr>
      <vt:lpstr>Title, subtitle, text </vt:lpstr>
      <vt:lpstr>Text content with two columns</vt:lpstr>
      <vt:lpstr>Using 1 image</vt:lpstr>
      <vt:lpstr>Using 2 images</vt:lpstr>
      <vt:lpstr>Full image</vt:lpstr>
      <vt:lpstr>Organigram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Swiss TPH Powerpoint presentation example</dc:title>
  <dc:creator>Research IT</dc:creator>
  <cp:keywords/>
  <dcterms:created xsi:type="dcterms:W3CDTF">2026-07-28T08:49:42Z</dcterms:created>
  <dcterms:modified xsi:type="dcterms:W3CDTF">2026-07-28T08:49:42Z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source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